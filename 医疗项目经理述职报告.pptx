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2024年度医疗项目经理述职报告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项目经理：张三 | 日期：2025年1月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cut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年度工作概览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负责智慧病区升级、远程会诊平台、移动护理等 5 个重点项目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覆盖 12 家三甲医院与区域医疗中心，项目合同总额约 4.8 亿元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实现项目集群 PMO 管理，建立统一的进度、成本与质量监控机制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fade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年度核心成果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智慧病区项目全量上线，床旁移动护理工作效率提升 32%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远程会诊平台完成 1860 场跨区域病例讨论，专家响应时间缩短 40%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区域质控数据共享率提升至 95%，辅助决策模型上线 3 个临床科室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fade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关键指标达成情况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9418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286000"/>
                <a:gridCol w="2286000"/>
              </a:tblGrid>
              <a:tr h="87782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45AA0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 anchor="t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45AA0"/>
                          </a:solidFill>
                        </a:defRPr>
                      </a:pPr>
                      <a:r>
                        <a:t>年度目标</a:t>
                      </a:r>
                    </a:p>
                  </a:txBody>
                  <a:tcPr anchor="t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45AA0"/>
                          </a:solidFill>
                        </a:defRPr>
                      </a:pPr>
                      <a:r>
                        <a:t>实际完成</a:t>
                      </a:r>
                    </a:p>
                  </a:txBody>
                  <a:tcPr anchor="t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45AA0"/>
                          </a:solidFill>
                        </a:defRPr>
                      </a:pPr>
                      <a:r>
                        <a:t>完成率</a:t>
                      </a:r>
                    </a:p>
                  </a:txBody>
                  <a:tcPr anchor="t">
                    <a:solidFill>
                      <a:srgbClr val="E6F0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项目按期交付率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≥ 90%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94.6%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105%</a:t>
                      </a:r>
                    </a:p>
                  </a:txBody>
                  <a:tcPr anchor="t"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客户满意度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&gt;= 4.5/5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4.7/5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104%</a:t>
                      </a:r>
                    </a:p>
                  </a:txBody>
                  <a:tcPr anchor="t"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预算控制偏差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±5%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+2.8%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合规</a:t>
                      </a:r>
                    </a:p>
                  </a:txBody>
                  <a:tcPr anchor="t"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重大风险闭环率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</a:defRPr>
                      </a:pPr>
                      <a:r>
                        <a:t>达成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  <p:transition spd="fast" type="push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项目管理亮点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建立周度里程碑评审机制，需求变更平均响应时间缩短至 1.5 天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应用 Earned Value 管理模型，实现跨项目进度可视化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推行数字化验收流程，验收效率提升 25%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fade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团队与资源协同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组建 18 人跨职能项目团队，覆盖临床、信息、运维三大模块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开展 12 场内部培训与案例复盘，培养 4 名预备项目经理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签约 6 家战略供应商，建立绩效共担激励机制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fade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风险控制与合规管理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风险热力图动态更新，识别 27 项较大风险并完成闭环处理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推进网络安全等保三级测评，通过率 100%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联合法务与合规团队完成 8 次合同审查与数据合规检查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fade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客户与多方协同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建立 C-level 共创委员会，每季度推进战略需求对齐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引入临床科室联络官制度，满意度调查覆盖率 100%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与政府卫健委、医保局保持季度例会，保障政策对接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fade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问题与改进方向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部分项目基础数据治理仍不完善，计划引入主数据平台建设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跨院区部署资源紧张，拟建设统一的云资源池与自动化运维平台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临床用户培训需要提前规划，拟增设面向护士的混合式培训体系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fade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2025 年工作规划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200" b="1">
                <a:solidFill>
                  <a:srgbClr val="145AA0"/>
                </a:solidFill>
              </a:defRPr>
            </a:pPr>
            <a:r>
              <a:t>围绕“质量、创新、协同”三条主线推进项目群升级</a:t>
            </a:r>
          </a:p>
          <a:p>
            <a:pPr lvl="1">
              <a:defRPr sz="1800">
                <a:solidFill>
                  <a:srgbClr val="666666"/>
                </a:solidFill>
              </a:defRPr>
            </a:pPr>
            <a:r>
              <a:t>质量：建立端到端交付标准，推进全流程数据驱动管理</a:t>
            </a:r>
          </a:p>
          <a:p>
            <a:pPr lvl="1">
              <a:defRPr sz="1800">
                <a:solidFill>
                  <a:srgbClr val="666666"/>
                </a:solidFill>
              </a:defRPr>
            </a:pPr>
            <a:r>
              <a:t>创新：落地 AI 辅助诊疗试点项目，实现 3 个可复制样板</a:t>
            </a:r>
          </a:p>
          <a:p>
            <a:pPr lvl="1">
              <a:defRPr sz="1800">
                <a:solidFill>
                  <a:srgbClr val="666666"/>
                </a:solidFill>
              </a:defRPr>
            </a:pPr>
            <a:r>
              <a:t>协同：打造区域项目指挥中心，实现跨院区资源共享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wipe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45AA0"/>
                </a:solidFill>
              </a:defRPr>
            </a:pPr>
            <a:r>
              <a:t>感谢与展望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感谢领导与同事的支持，团队将持续聚焦临床价值创造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期待 2025 年与更多合作伙伴共建智慧医疗标杆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"/>
            <a:ext cx="2743200" cy="182880"/>
          </a:xfrm>
          <a:prstGeom prst="rect">
            <a:avLst/>
          </a:prstGeom>
          <a:solidFill>
            <a:srgbClr val="23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type="fade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